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7BFFC-530F-120C-16FF-6E610BF55DB7}" v="137" dt="2026-02-11T04:26:15.1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2026/2/10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0731C4-70E8-2EA8-1236-8A3814628319}"/>
              </a:ext>
            </a:extLst>
          </p:cNvPr>
          <p:cNvSpPr/>
          <p:nvPr/>
        </p:nvSpPr>
        <p:spPr>
          <a:xfrm>
            <a:off x="79169" y="575283"/>
            <a:ext cx="2659433" cy="4635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E15417-31A0-4A4F-4103-383F73B74A27}"/>
              </a:ext>
            </a:extLst>
          </p:cNvPr>
          <p:cNvSpPr/>
          <p:nvPr/>
        </p:nvSpPr>
        <p:spPr>
          <a:xfrm>
            <a:off x="2741220" y="575283"/>
            <a:ext cx="6865277" cy="4635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DBACB7-ECF7-4B0E-D23E-E94D9A87DAA3}"/>
              </a:ext>
            </a:extLst>
          </p:cNvPr>
          <p:cNvSpPr/>
          <p:nvPr/>
        </p:nvSpPr>
        <p:spPr>
          <a:xfrm>
            <a:off x="9529947" y="575282"/>
            <a:ext cx="2659433" cy="46350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DEFED-225B-2F81-CA60-75C2FDFD833C}"/>
              </a:ext>
            </a:extLst>
          </p:cNvPr>
          <p:cNvSpPr txBox="1"/>
          <p:nvPr/>
        </p:nvSpPr>
        <p:spPr>
          <a:xfrm>
            <a:off x="20374" y="288296"/>
            <a:ext cx="971798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15C37-BD61-51B4-D6EA-8A0CAC0244C2}"/>
              </a:ext>
            </a:extLst>
          </p:cNvPr>
          <p:cNvSpPr txBox="1"/>
          <p:nvPr/>
        </p:nvSpPr>
        <p:spPr>
          <a:xfrm>
            <a:off x="2791282" y="288296"/>
            <a:ext cx="19910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workflow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92575-C04B-A9D3-3EA0-C0B696B1E8E4}"/>
              </a:ext>
            </a:extLst>
          </p:cNvPr>
          <p:cNvSpPr txBox="1"/>
          <p:nvPr/>
        </p:nvSpPr>
        <p:spPr>
          <a:xfrm>
            <a:off x="9669074" y="288296"/>
            <a:ext cx="15655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output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019B6E-00F0-11DA-1650-C13795CBB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397994"/>
              </p:ext>
            </p:extLst>
          </p:nvPr>
        </p:nvGraphicFramePr>
        <p:xfrm>
          <a:off x="141316" y="841129"/>
          <a:ext cx="237514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714">
                  <a:extLst>
                    <a:ext uri="{9D8B030D-6E8A-4147-A177-3AD203B41FA5}">
                      <a16:colId xmlns:a16="http://schemas.microsoft.com/office/drawing/2014/main" val="629021567"/>
                    </a:ext>
                  </a:extLst>
                </a:gridCol>
                <a:gridCol w="791714">
                  <a:extLst>
                    <a:ext uri="{9D8B030D-6E8A-4147-A177-3AD203B41FA5}">
                      <a16:colId xmlns:a16="http://schemas.microsoft.com/office/drawing/2014/main" val="2977467990"/>
                    </a:ext>
                  </a:extLst>
                </a:gridCol>
                <a:gridCol w="791714">
                  <a:extLst>
                    <a:ext uri="{9D8B030D-6E8A-4147-A177-3AD203B41FA5}">
                      <a16:colId xmlns:a16="http://schemas.microsoft.com/office/drawing/2014/main" val="2153382628"/>
                    </a:ext>
                  </a:extLst>
                </a:gridCol>
              </a:tblGrid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37320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785426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56752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2103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53501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185228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864944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7888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02ECAA7-E985-43F6-5C5A-78E44B443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810455"/>
              </p:ext>
            </p:extLst>
          </p:nvPr>
        </p:nvGraphicFramePr>
        <p:xfrm>
          <a:off x="9671264" y="742168"/>
          <a:ext cx="237514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714">
                  <a:extLst>
                    <a:ext uri="{9D8B030D-6E8A-4147-A177-3AD203B41FA5}">
                      <a16:colId xmlns:a16="http://schemas.microsoft.com/office/drawing/2014/main" val="629021567"/>
                    </a:ext>
                  </a:extLst>
                </a:gridCol>
                <a:gridCol w="791714">
                  <a:extLst>
                    <a:ext uri="{9D8B030D-6E8A-4147-A177-3AD203B41FA5}">
                      <a16:colId xmlns:a16="http://schemas.microsoft.com/office/drawing/2014/main" val="2977467990"/>
                    </a:ext>
                  </a:extLst>
                </a:gridCol>
                <a:gridCol w="791714">
                  <a:extLst>
                    <a:ext uri="{9D8B030D-6E8A-4147-A177-3AD203B41FA5}">
                      <a16:colId xmlns:a16="http://schemas.microsoft.com/office/drawing/2014/main" val="2153382628"/>
                    </a:ext>
                  </a:extLst>
                </a:gridCol>
              </a:tblGrid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37320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785426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56752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2103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53501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185228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864944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7888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0E9FA18-BB32-E749-4924-9285423EC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143030"/>
              </p:ext>
            </p:extLst>
          </p:nvPr>
        </p:nvGraphicFramePr>
        <p:xfrm>
          <a:off x="2793471" y="841129"/>
          <a:ext cx="65443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460">
                  <a:extLst>
                    <a:ext uri="{9D8B030D-6E8A-4147-A177-3AD203B41FA5}">
                      <a16:colId xmlns:a16="http://schemas.microsoft.com/office/drawing/2014/main" val="629021567"/>
                    </a:ext>
                  </a:extLst>
                </a:gridCol>
                <a:gridCol w="2181460">
                  <a:extLst>
                    <a:ext uri="{9D8B030D-6E8A-4147-A177-3AD203B41FA5}">
                      <a16:colId xmlns:a16="http://schemas.microsoft.com/office/drawing/2014/main" val="2977467990"/>
                    </a:ext>
                  </a:extLst>
                </a:gridCol>
                <a:gridCol w="2181460">
                  <a:extLst>
                    <a:ext uri="{9D8B030D-6E8A-4147-A177-3AD203B41FA5}">
                      <a16:colId xmlns:a16="http://schemas.microsoft.com/office/drawing/2014/main" val="2153382628"/>
                    </a:ext>
                  </a:extLst>
                </a:gridCol>
              </a:tblGrid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37320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785426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56752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2103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53501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185228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864944"/>
                  </a:ext>
                </a:extLst>
              </a:tr>
              <a:tr h="3064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078882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27387CB-9931-AE88-1D17-47611BAD9507}"/>
              </a:ext>
            </a:extLst>
          </p:cNvPr>
          <p:cNvSpPr/>
          <p:nvPr/>
        </p:nvSpPr>
        <p:spPr>
          <a:xfrm>
            <a:off x="0" y="1310"/>
            <a:ext cx="12189381" cy="290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header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C41839-CC32-7C1D-1B7F-9AB50BF485C0}"/>
              </a:ext>
            </a:extLst>
          </p:cNvPr>
          <p:cNvSpPr txBox="1"/>
          <p:nvPr/>
        </p:nvSpPr>
        <p:spPr>
          <a:xfrm>
            <a:off x="581" y="5186867"/>
            <a:ext cx="19910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logics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AEFA019-E585-8663-F385-B852DAD7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499251"/>
              </p:ext>
            </p:extLst>
          </p:nvPr>
        </p:nvGraphicFramePr>
        <p:xfrm>
          <a:off x="141315" y="5551674"/>
          <a:ext cx="559207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025">
                  <a:extLst>
                    <a:ext uri="{9D8B030D-6E8A-4147-A177-3AD203B41FA5}">
                      <a16:colId xmlns:a16="http://schemas.microsoft.com/office/drawing/2014/main" val="629021567"/>
                    </a:ext>
                  </a:extLst>
                </a:gridCol>
                <a:gridCol w="1864025">
                  <a:extLst>
                    <a:ext uri="{9D8B030D-6E8A-4147-A177-3AD203B41FA5}">
                      <a16:colId xmlns:a16="http://schemas.microsoft.com/office/drawing/2014/main" val="2977467990"/>
                    </a:ext>
                  </a:extLst>
                </a:gridCol>
                <a:gridCol w="1864025">
                  <a:extLst>
                    <a:ext uri="{9D8B030D-6E8A-4147-A177-3AD203B41FA5}">
                      <a16:colId xmlns:a16="http://schemas.microsoft.com/office/drawing/2014/main" val="2153382628"/>
                    </a:ext>
                  </a:extLst>
                </a:gridCol>
              </a:tblGrid>
              <a:tr h="2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37320"/>
                  </a:ext>
                </a:extLst>
              </a:tr>
              <a:tr h="2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785426"/>
                  </a:ext>
                </a:extLst>
              </a:tr>
              <a:tr h="2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56752"/>
                  </a:ext>
                </a:extLst>
              </a:tr>
              <a:tr h="2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210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FCF41F1-CE9A-9E8D-BAE4-43F35DF85D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629161"/>
              </p:ext>
            </p:extLst>
          </p:nvPr>
        </p:nvGraphicFramePr>
        <p:xfrm>
          <a:off x="6296691" y="5551674"/>
          <a:ext cx="559207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025">
                  <a:extLst>
                    <a:ext uri="{9D8B030D-6E8A-4147-A177-3AD203B41FA5}">
                      <a16:colId xmlns:a16="http://schemas.microsoft.com/office/drawing/2014/main" val="629021567"/>
                    </a:ext>
                  </a:extLst>
                </a:gridCol>
                <a:gridCol w="1864025">
                  <a:extLst>
                    <a:ext uri="{9D8B030D-6E8A-4147-A177-3AD203B41FA5}">
                      <a16:colId xmlns:a16="http://schemas.microsoft.com/office/drawing/2014/main" val="2977467990"/>
                    </a:ext>
                  </a:extLst>
                </a:gridCol>
                <a:gridCol w="1864025">
                  <a:extLst>
                    <a:ext uri="{9D8B030D-6E8A-4147-A177-3AD203B41FA5}">
                      <a16:colId xmlns:a16="http://schemas.microsoft.com/office/drawing/2014/main" val="2153382628"/>
                    </a:ext>
                  </a:extLst>
                </a:gridCol>
              </a:tblGrid>
              <a:tr h="2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837320"/>
                  </a:ext>
                </a:extLst>
              </a:tr>
              <a:tr h="2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785426"/>
                  </a:ext>
                </a:extLst>
              </a:tr>
              <a:tr h="2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56752"/>
                  </a:ext>
                </a:extLst>
              </a:tr>
              <a:tr h="24707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0210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78EB36DF-5A6D-CE43-5134-BC09DA808B14}"/>
              </a:ext>
            </a:extLst>
          </p:cNvPr>
          <p:cNvSpPr txBox="1"/>
          <p:nvPr/>
        </p:nvSpPr>
        <p:spPr>
          <a:xfrm>
            <a:off x="6294503" y="5186866"/>
            <a:ext cx="19910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(built-in)</a:t>
            </a: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37</cp:revision>
  <dcterms:created xsi:type="dcterms:W3CDTF">2026-02-11T04:19:08Z</dcterms:created>
  <dcterms:modified xsi:type="dcterms:W3CDTF">2026-02-11T04:27:30Z</dcterms:modified>
</cp:coreProperties>
</file>